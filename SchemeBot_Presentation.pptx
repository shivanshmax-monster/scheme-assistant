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SchemeBot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Government Scheme Assistant</a:t>
            </a:r>
          </a:p>
          <a:p>
            <a:r>
              <a:t>Team: CODEX</a:t>
            </a:r>
          </a:p>
          <a:p>
            <a:r>
              <a:t>SkillUp Hackathon with IBM SkillsBuild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Navigating government schemes is confusing for citizens.</a:t>
            </a:r>
          </a:p>
          <a:p>
            <a:r>
              <a:t>High volume of policies makes discovery difficult.</a:t>
            </a:r>
          </a:p>
          <a:p>
            <a:r>
              <a:t>Complex eligibility criteria require reading lengthy documents.</a:t>
            </a:r>
          </a:p>
          <a:p>
            <a:r>
              <a:t>Filling out massive forms is intimidating and time-consuming.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SchemeBot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AI-powered conversational assistant that simplifies discovery.</a:t>
            </a:r>
          </a:p>
          <a:p>
            <a:r>
              <a:t>Replaces rigid forms with a natural chat interface.</a:t>
            </a:r>
          </a:p>
          <a:p>
            <a:r>
              <a:t>Dynamically asks step-by-step questions based on missing information.</a:t>
            </a:r>
          </a:p>
          <a:p>
            <a:r>
              <a:t>Queries the live api.myscheme.gov.in database for real-time matches.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(Vite), Framer Motion, Lucide Icons</a:t>
            </a:r>
          </a:p>
          <a:p>
            <a:r>
              <a:t>Backend: Node.js, Express.js</a:t>
            </a:r>
          </a:p>
          <a:p>
            <a:r>
              <a:t>AI Assistant: IBM Bob (Used as core development partner)</a:t>
            </a:r>
          </a:p>
          <a:p>
            <a:r>
              <a:t>Data Source: Live integration with myScheme portal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Used IBM Bob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IBM Bob was our primary AI coding assistant throughout the hackathon.</a:t>
            </a:r>
          </a:p>
          <a:p>
            <a:r>
              <a:t>Architecture: Scaffolded the React and Node.js boilerplate.</a:t>
            </a:r>
          </a:p>
          <a:p>
            <a:r>
              <a:t>Complex Logic: Designed the backend state-machine for conversational memory.</a:t>
            </a:r>
          </a:p>
          <a:p>
            <a:r>
              <a:t>API Integration: Analyzed Burp Suite network intercepts to extract the X-Api-Key.</a:t>
            </a:r>
          </a:p>
          <a:p>
            <a:r>
              <a:t>Debugging: Provided instant drop-in code fixes for React state issues.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Initial Chat Interface</a:t>
            </a:r>
          </a:p>
        </p:txBody>
      </p:sp>
      <p:pic>
        <p:nvPicPr>
          <p:cNvPr id="3" name="Picture 2" descr="media_1788927652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93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Conversational Interaction</a:t>
            </a:r>
          </a:p>
        </p:txBody>
      </p:sp>
      <p:pic>
        <p:nvPicPr>
          <p:cNvPr id="3" name="Picture 2" descr="media_1788927671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414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Live API Results</a:t>
            </a:r>
          </a:p>
        </p:txBody>
      </p:sp>
      <p:pic>
        <p:nvPicPr>
          <p:cNvPr id="3" name="Picture 2" descr="media_1788927703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SchemeBot successfully bridges the gap between citizens and government policies.</a:t>
            </a:r>
          </a:p>
          <a:p>
            <a:r>
              <a:t>Future Scope: Multi-lingual voice support.</a:t>
            </a:r>
          </a:p>
          <a:p>
            <a:r>
              <a:t>Future Scope: Direct application processing via UMANG API.</a:t>
            </a:r>
          </a:p>
          <a:p>
            <a:r>
              <a:t>Future Scope: Integration with WhatsApp for wider accessibility.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